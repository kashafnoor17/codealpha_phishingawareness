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743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CODEALPHA CYBERSECURITY INTERNSHIP  //  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1005840"/>
            <a:ext cx="85953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Don't Take the Bait.</a:t>
            </a:r>
            <a:endParaRPr lang="en-US" sz="5600" dirty="0"/>
          </a:p>
        </p:txBody>
      </p:sp>
      <p:sp>
        <p:nvSpPr>
          <p:cNvPr id="5" name="Shape 3"/>
          <p:cNvSpPr/>
          <p:nvPr/>
        </p:nvSpPr>
        <p:spPr>
          <a:xfrm>
            <a:off x="274320" y="2834640"/>
            <a:ext cx="347472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301752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attacks are the #1 cause of data breaches.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to recognize, avoid, and report them.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4114800"/>
            <a:ext cx="2743200" cy="822960"/>
          </a:xfrm>
          <a:prstGeom prst="rect">
            <a:avLst/>
          </a:prstGeom>
          <a:solidFill>
            <a:srgbClr val="25252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41605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3.4B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11480" y="449884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emails sent daily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46120" y="4114800"/>
            <a:ext cx="2743200" cy="822960"/>
          </a:xfrm>
          <a:prstGeom prst="rect">
            <a:avLst/>
          </a:prstGeom>
          <a:solidFill>
            <a:srgbClr val="25252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41605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36%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383280" y="449884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breaches involve phishing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217920" y="4114800"/>
            <a:ext cx="2743200" cy="822960"/>
          </a:xfrm>
          <a:prstGeom prst="rect">
            <a:avLst/>
          </a:prstGeom>
          <a:solidFill>
            <a:srgbClr val="25252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41605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$4.9M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355080" y="449884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cost of a breach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74320" y="484632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Kashaf Noor  ·  GCUF  ·  CodeAlpha Internship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— OVERVIEW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D0D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Phishing?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303520" cy="2286000"/>
          </a:xfrm>
          <a:prstGeom prst="rect">
            <a:avLst/>
          </a:prstGeom>
          <a:solidFill>
            <a:srgbClr val="F9F9F9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64008" cy="22860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554480"/>
            <a:ext cx="49377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is a social engineering attack where criminals impersonate trusted organizations to trick victims into revealing passwords, credit card numbers, or personal data.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name comes from "fishing" — attackers cast a wide net hoping victims will "bite."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463040"/>
            <a:ext cx="384048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1481328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784848" y="1517904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creates fake email or website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309360" y="2240280"/>
            <a:ext cx="384048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2258568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784848" y="2295144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 receives message mimicking a trusted brand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09360" y="3017520"/>
            <a:ext cx="384048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3035808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784848" y="3072384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 clicks link or provides credentials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309360" y="3794760"/>
            <a:ext cx="384048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3813048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784848" y="3849624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harvests data or installs malware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09360" y="10972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→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— TYPES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54864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Types of Phishing Attacks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274320" y="1463040"/>
            <a:ext cx="2743200" cy="137160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463040"/>
            <a:ext cx="2743200" cy="54864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62763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✉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11480" y="19659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Phishing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226771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emails impersonating banks or services. The most common type.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18688" y="1463040"/>
            <a:ext cx="2743200" cy="137160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18688" y="1463040"/>
            <a:ext cx="2743200" cy="54864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55848" y="162763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355848" y="19659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 Phishing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55848" y="226771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attack using personalized info to appear credible.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63056" y="1463040"/>
            <a:ext cx="2743200" cy="137160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63056" y="1463040"/>
            <a:ext cx="2743200" cy="54864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0216" y="162763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📱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300216" y="19659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Smishing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00216" y="226771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SMS messages. Often fake delivery or bank alerts.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017520"/>
            <a:ext cx="2743200" cy="137160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017520"/>
            <a:ext cx="2743200" cy="54864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18211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📞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11480" y="35204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11480" y="382219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phishing by phone. Attackers pose as bank or tech support.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18688" y="3017520"/>
            <a:ext cx="2743200" cy="137160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18688" y="3017520"/>
            <a:ext cx="2743200" cy="54864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55848" y="318211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🐋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355848" y="35204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Whaling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355848" y="382219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CEOs and executives. Highly sophisticated and costly.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63056" y="3017520"/>
            <a:ext cx="2743200" cy="137160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63056" y="3017520"/>
            <a:ext cx="2743200" cy="54864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00216" y="318211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🔗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300216" y="35204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Phishing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300216" y="382219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email is cloned and resent with malicious links.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— RECOGNITION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D0D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Red Flags to Spot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114800" cy="566928"/>
          </a:xfrm>
          <a:prstGeom prst="rect">
            <a:avLst/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54864" cy="56692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554480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24128" y="153619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sender domain (e.g. paypa1.com)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112264"/>
            <a:ext cx="4114800" cy="566928"/>
          </a:xfrm>
          <a:prstGeom prst="rect">
            <a:avLst/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112264"/>
            <a:ext cx="54864" cy="56692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249424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24128" y="2231136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or threatening language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807208"/>
            <a:ext cx="4114800" cy="566928"/>
          </a:xfrm>
          <a:prstGeom prst="rect">
            <a:avLst/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807208"/>
            <a:ext cx="54864" cy="56692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944368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24128" y="292608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greetings: "Dear Customer"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3502152"/>
            <a:ext cx="4114800" cy="566928"/>
          </a:xfrm>
          <a:prstGeom prst="rect">
            <a:avLst/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502152"/>
            <a:ext cx="54864" cy="56692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639312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24128" y="3621024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Mismatched or hidden links (hover to check)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4197096"/>
            <a:ext cx="4114800" cy="566928"/>
          </a:xfrm>
          <a:prstGeom prst="rect">
            <a:avLst/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4197096"/>
            <a:ext cx="54864" cy="56692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4334256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24128" y="431596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Unexpected attachments (.exe, .zip, .docm)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846320" y="1417320"/>
            <a:ext cx="4114800" cy="566928"/>
          </a:xfrm>
          <a:prstGeom prst="rect">
            <a:avLst/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46320" y="1417320"/>
            <a:ext cx="54864" cy="56692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83480" y="1554480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13248" y="153619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grammar and spelling errors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846320" y="2112264"/>
            <a:ext cx="4114800" cy="566928"/>
          </a:xfrm>
          <a:prstGeom prst="rect">
            <a:avLst/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46320" y="2112264"/>
            <a:ext cx="54864" cy="56692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83480" y="2249424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413248" y="2231136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for passwords or sensitive data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846320" y="2807208"/>
            <a:ext cx="4114800" cy="566928"/>
          </a:xfrm>
          <a:prstGeom prst="rect">
            <a:avLst/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46320" y="2807208"/>
            <a:ext cx="54864" cy="56692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83480" y="2944368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413248" y="292608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Too-good-to-be-true offers or prizes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846320" y="3502152"/>
            <a:ext cx="4114800" cy="566928"/>
          </a:xfrm>
          <a:prstGeom prst="rect">
            <a:avLst/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846320" y="3502152"/>
            <a:ext cx="54864" cy="56692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83480" y="3639312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413248" y="3621024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Mismatched branding — logos look slightly off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846320" y="4197096"/>
            <a:ext cx="4114800" cy="566928"/>
          </a:xfrm>
          <a:prstGeom prst="rect">
            <a:avLst/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846320" y="4197096"/>
            <a:ext cx="54864" cy="56692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83480" y="4334256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413248" y="431596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HTTPS on login pages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— CASE STUDIES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54864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Real-World Examples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2743200" cy="347472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417320"/>
            <a:ext cx="274320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55448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 01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11480" y="1792224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Fake PayPal Email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11480" y="2304288"/>
            <a:ext cx="2468880" cy="1371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37744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received emails claiming their account was "limited." A fake login page harvested credentials. Red flags: sender domain was paypal-secure-alerts.com, not paypal.com.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4224528"/>
            <a:ext cx="2468880" cy="502920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4279392"/>
            <a:ext cx="23408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Lesson: Always check sender domain. Hover links before clicking.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27832" y="1417320"/>
            <a:ext cx="2743200" cy="347472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27832" y="1417320"/>
            <a:ext cx="274320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64992" y="155448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 02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364992" y="1792224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Google &amp; Facebook — $100M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3364992" y="2304288"/>
            <a:ext cx="2468880" cy="1371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64992" y="237744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Evaldas Rimasauskas sent fake invoices impersonating a Taiwanese vendor. Employees wired over $100M before fraud was detected. A Business Email Compromise (BEC) attack.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364992" y="4224528"/>
            <a:ext cx="2468880" cy="502920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29000" y="4279392"/>
            <a:ext cx="23408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Lesson: Always verify wire transfers by phone using the official number.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181344" y="1417320"/>
            <a:ext cx="2743200" cy="347472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81344" y="1417320"/>
            <a:ext cx="274320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18504" y="155448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 03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318504" y="1792224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Pakistan Bank SMS Scam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318504" y="2304288"/>
            <a:ext cx="2468880" cy="1371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18504" y="237744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got SMS messages claiming accounts were blocked. Attackers posing as bank agents collected OTPs and drained accounts — a smishing + vishing combo attack.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318504" y="4224528"/>
            <a:ext cx="2468880" cy="502920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82512" y="4279392"/>
            <a:ext cx="23408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Lesson: Banks never ask for OTPs via SMS or phone. Hang up and call officially.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— DEFENSE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D0D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to Stay Safe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114800" cy="1005840"/>
          </a:xfrm>
          <a:prstGeom prst="rect">
            <a:avLst/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52704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97280" y="15087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Two-Factor Auth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182880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if attackers steal your password, 2FA stops them cold without the second factor.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46320" y="1417320"/>
            <a:ext cx="4114800" cy="1005840"/>
          </a:xfrm>
          <a:prstGeom prst="rect">
            <a:avLst/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10912" y="152704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0" y="15087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Before You Click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0" y="182880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over every link. If the URL doesn't match the expected domain — don't click.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587752"/>
            <a:ext cx="4114800" cy="1005840"/>
          </a:xfrm>
          <a:prstGeom prst="rect">
            <a:avLst/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26974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97280" y="267919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Back to Verify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97280" y="2999232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someone calls claiming to be your bank, hang up and call back using the official number.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46320" y="2587752"/>
            <a:ext cx="4114800" cy="1005840"/>
          </a:xfrm>
          <a:prstGeom prst="rect">
            <a:avLst/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10912" y="26974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0" y="267919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Password Manager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0" y="2999232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managers auto-fill only on the correct domain — they won't fill on fake sites.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758184"/>
            <a:ext cx="4114800" cy="1005840"/>
          </a:xfrm>
          <a:prstGeom prst="rect">
            <a:avLst/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" y="386791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97280" y="3849624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Phishing Attempts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97280" y="4169664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phishing emails to your IT team or use your email client's report phishing button.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46320" y="3758184"/>
            <a:ext cx="4114800" cy="1005840"/>
          </a:xfrm>
          <a:prstGeom prst="rect">
            <a:avLst/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10912" y="386791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0" y="3849624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Software Updated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0" y="4169664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Outdated apps are easier to exploit. Enable automatic updates on all your devices.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— TEST YOURSELF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64008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Interactive Quiz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74320" y="13716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questions to test your phishing awareness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920240"/>
            <a:ext cx="8595360" cy="45720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920240"/>
            <a:ext cx="54864" cy="457200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01168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60120" y="20116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the suspicious email and explain why it's phishing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487168"/>
            <a:ext cx="8595360" cy="45720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487168"/>
            <a:ext cx="54864" cy="457200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57860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60120" y="2578608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strongest indicator of a phishing attempt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3054096"/>
            <a:ext cx="8595360" cy="45720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3054096"/>
            <a:ext cx="54864" cy="457200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145536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60120" y="3145536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attack type targeting company executives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3621024"/>
            <a:ext cx="8595360" cy="45720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3621024"/>
            <a:ext cx="54864" cy="457200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712464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60120" y="3712464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the right action when you receive a suspicious SMS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4187952"/>
            <a:ext cx="8595360" cy="45720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4187952"/>
            <a:ext cx="54864" cy="457200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27939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60120" y="4279392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best protection if your password is stolen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index.html in a browser to take the full interactive quiz →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C039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Remember.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FADB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Think before you click.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3246120"/>
            <a:ext cx="201168" cy="201168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3246120"/>
            <a:ext cx="7955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AD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every sender domain before trusting an email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3630168"/>
            <a:ext cx="201168" cy="201168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3630168"/>
            <a:ext cx="7955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AD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share passwords, OTPs, or card numbers via email or phone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4014216"/>
            <a:ext cx="201168" cy="201168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4014216"/>
            <a:ext cx="7955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AD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2FA on every account that supports it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4398264"/>
            <a:ext cx="201168" cy="201168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4398264"/>
            <a:ext cx="7955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AD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every suspicious message to your IT or security team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22B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Kashaf Noor  ·  CodeAlpha Cybersecurity Internship  ·  GCUF  ·  2026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Phishing Awareness Training</dc:title>
  <dc:subject>PptxGenJS Presentation</dc:subject>
  <dc:creator>Kashaf Noor</dc:creator>
  <cp:lastModifiedBy>Kashaf Noor</cp:lastModifiedBy>
  <cp:revision>1</cp:revision>
  <dcterms:created xsi:type="dcterms:W3CDTF">2026-05-01T10:01:21Z</dcterms:created>
  <dcterms:modified xsi:type="dcterms:W3CDTF">2026-05-01T10:01:21Z</dcterms:modified>
</cp:coreProperties>
</file>