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56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shaf Sb" userId="387b347b81619e04" providerId="LiveId" clId="{D9CA0D37-D25D-4C4E-B901-F137B781A5B2}"/>
    <pc:docChg chg="undo custSel modSld">
      <pc:chgData name="Kashaf Sb" userId="387b347b81619e04" providerId="LiveId" clId="{D9CA0D37-D25D-4C4E-B901-F137B781A5B2}" dt="2026-05-01T11:11:08.646" v="104" actId="20577"/>
      <pc:docMkLst>
        <pc:docMk/>
      </pc:docMkLst>
      <pc:sldChg chg="modSp mod">
        <pc:chgData name="Kashaf Sb" userId="387b347b81619e04" providerId="LiveId" clId="{D9CA0D37-D25D-4C4E-B901-F137B781A5B2}" dt="2026-05-01T11:11:08.646" v="104" actId="20577"/>
        <pc:sldMkLst>
          <pc:docMk/>
          <pc:sldMk cId="0" sldId="256"/>
        </pc:sldMkLst>
        <pc:spChg chg="mod">
          <ac:chgData name="Kashaf Sb" userId="387b347b81619e04" providerId="LiveId" clId="{D9CA0D37-D25D-4C4E-B901-F137B781A5B2}" dt="2026-05-01T11:07:27.038" v="6" actId="20577"/>
          <ac:spMkLst>
            <pc:docMk/>
            <pc:sldMk cId="0" sldId="256"/>
            <ac:spMk id="3" creationId="{00000000-0000-0000-0000-000000000000}"/>
          </ac:spMkLst>
        </pc:spChg>
        <pc:spChg chg="mod">
          <ac:chgData name="Kashaf Sb" userId="387b347b81619e04" providerId="LiveId" clId="{D9CA0D37-D25D-4C4E-B901-F137B781A5B2}" dt="2026-05-01T11:10:54.029" v="59" actId="14100"/>
          <ac:spMkLst>
            <pc:docMk/>
            <pc:sldMk cId="0" sldId="256"/>
            <ac:spMk id="7" creationId="{00000000-0000-0000-0000-000000000000}"/>
          </ac:spMkLst>
        </pc:spChg>
        <pc:spChg chg="mod">
          <ac:chgData name="Kashaf Sb" userId="387b347b81619e04" providerId="LiveId" clId="{D9CA0D37-D25D-4C4E-B901-F137B781A5B2}" dt="2026-05-01T11:11:08.646" v="104" actId="20577"/>
          <ac:spMkLst>
            <pc:docMk/>
            <pc:sldMk cId="0" sldId="256"/>
            <ac:spMk id="16" creationId="{00000000-0000-0000-0000-000000000000}"/>
          </ac:spMkLst>
        </pc:spChg>
      </pc:sldChg>
      <pc:sldChg chg="modSp mod">
        <pc:chgData name="Kashaf Sb" userId="387b347b81619e04" providerId="LiveId" clId="{D9CA0D37-D25D-4C4E-B901-F137B781A5B2}" dt="2026-05-01T11:07:46.472" v="17" actId="20577"/>
        <pc:sldMkLst>
          <pc:docMk/>
          <pc:sldMk cId="0" sldId="257"/>
        </pc:sldMkLst>
        <pc:spChg chg="mod">
          <ac:chgData name="Kashaf Sb" userId="387b347b81619e04" providerId="LiveId" clId="{D9CA0D37-D25D-4C4E-B901-F137B781A5B2}" dt="2026-05-01T11:07:46.472" v="17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Kashaf Sb" userId="387b347b81619e04" providerId="LiveId" clId="{D9CA0D37-D25D-4C4E-B901-F137B781A5B2}" dt="2026-05-01T11:07:37.449" v="14" actId="20577"/>
          <ac:spMkLst>
            <pc:docMk/>
            <pc:sldMk cId="0" sldId="257"/>
            <ac:spMk id="7" creationId="{00000000-0000-0000-0000-000000000000}"/>
          </ac:spMkLst>
        </pc:spChg>
      </pc:sldChg>
      <pc:sldChg chg="modSp mod">
        <pc:chgData name="Kashaf Sb" userId="387b347b81619e04" providerId="LiveId" clId="{D9CA0D37-D25D-4C4E-B901-F137B781A5B2}" dt="2026-05-01T11:07:52.806" v="20" actId="20577"/>
        <pc:sldMkLst>
          <pc:docMk/>
          <pc:sldMk cId="0" sldId="258"/>
        </pc:sldMkLst>
        <pc:spChg chg="mod">
          <ac:chgData name="Kashaf Sb" userId="387b347b81619e04" providerId="LiveId" clId="{D9CA0D37-D25D-4C4E-B901-F137B781A5B2}" dt="2026-05-01T11:07:52.806" v="20" actId="20577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Kashaf Sb" userId="387b347b81619e04" providerId="LiveId" clId="{D9CA0D37-D25D-4C4E-B901-F137B781A5B2}" dt="2026-05-01T11:08:13.369" v="27" actId="20577"/>
        <pc:sldMkLst>
          <pc:docMk/>
          <pc:sldMk cId="0" sldId="259"/>
        </pc:sldMkLst>
        <pc:spChg chg="mod">
          <ac:chgData name="Kashaf Sb" userId="387b347b81619e04" providerId="LiveId" clId="{D9CA0D37-D25D-4C4E-B901-F137B781A5B2}" dt="2026-05-01T11:08:04.525" v="23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Kashaf Sb" userId="387b347b81619e04" providerId="LiveId" clId="{D9CA0D37-D25D-4C4E-B901-F137B781A5B2}" dt="2026-05-01T11:08:13.369" v="27" actId="20577"/>
          <ac:spMkLst>
            <pc:docMk/>
            <pc:sldMk cId="0" sldId="259"/>
            <ac:spMk id="40" creationId="{00000000-0000-0000-0000-000000000000}"/>
          </ac:spMkLst>
        </pc:spChg>
      </pc:sldChg>
      <pc:sldChg chg="modSp mod">
        <pc:chgData name="Kashaf Sb" userId="387b347b81619e04" providerId="LiveId" clId="{D9CA0D37-D25D-4C4E-B901-F137B781A5B2}" dt="2026-05-01T11:08:46.454" v="36" actId="20577"/>
        <pc:sldMkLst>
          <pc:docMk/>
          <pc:sldMk cId="0" sldId="260"/>
        </pc:sldMkLst>
        <pc:spChg chg="mod">
          <ac:chgData name="Kashaf Sb" userId="387b347b81619e04" providerId="LiveId" clId="{D9CA0D37-D25D-4C4E-B901-F137B781A5B2}" dt="2026-05-01T11:08:24.062" v="30" actId="20577"/>
          <ac:spMkLst>
            <pc:docMk/>
            <pc:sldMk cId="0" sldId="260"/>
            <ac:spMk id="3" creationId="{00000000-0000-0000-0000-000000000000}"/>
          </ac:spMkLst>
        </pc:spChg>
        <pc:spChg chg="mod">
          <ac:chgData name="Kashaf Sb" userId="387b347b81619e04" providerId="LiveId" clId="{D9CA0D37-D25D-4C4E-B901-F137B781A5B2}" dt="2026-05-01T11:08:31.964" v="33" actId="20577"/>
          <ac:spMkLst>
            <pc:docMk/>
            <pc:sldMk cId="0" sldId="260"/>
            <ac:spMk id="16" creationId="{00000000-0000-0000-0000-000000000000}"/>
          </ac:spMkLst>
        </pc:spChg>
        <pc:spChg chg="mod">
          <ac:chgData name="Kashaf Sb" userId="387b347b81619e04" providerId="LiveId" clId="{D9CA0D37-D25D-4C4E-B901-F137B781A5B2}" dt="2026-05-01T11:08:46.454" v="36" actId="20577"/>
          <ac:spMkLst>
            <pc:docMk/>
            <pc:sldMk cId="0" sldId="260"/>
            <ac:spMk id="26" creationId="{00000000-0000-0000-0000-000000000000}"/>
          </ac:spMkLst>
        </pc:spChg>
      </pc:sldChg>
      <pc:sldChg chg="modSp mod">
        <pc:chgData name="Kashaf Sb" userId="387b347b81619e04" providerId="LiveId" clId="{D9CA0D37-D25D-4C4E-B901-F137B781A5B2}" dt="2026-05-01T11:09:12.409" v="50" actId="20577"/>
        <pc:sldMkLst>
          <pc:docMk/>
          <pc:sldMk cId="0" sldId="261"/>
        </pc:sldMkLst>
        <pc:spChg chg="mod">
          <ac:chgData name="Kashaf Sb" userId="387b347b81619e04" providerId="LiveId" clId="{D9CA0D37-D25D-4C4E-B901-F137B781A5B2}" dt="2026-05-01T11:08:56.468" v="39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Kashaf Sb" userId="387b347b81619e04" providerId="LiveId" clId="{D9CA0D37-D25D-4C4E-B901-F137B781A5B2}" dt="2026-05-01T11:09:04.592" v="43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Kashaf Sb" userId="387b347b81619e04" providerId="LiveId" clId="{D9CA0D37-D25D-4C4E-B901-F137B781A5B2}" dt="2026-05-01T11:09:12.409" v="50" actId="20577"/>
          <ac:spMkLst>
            <pc:docMk/>
            <pc:sldMk cId="0" sldId="261"/>
            <ac:spMk id="20" creationId="{00000000-0000-0000-0000-000000000000}"/>
          </ac:spMkLst>
        </pc:spChg>
      </pc:sldChg>
      <pc:sldChg chg="modSp mod">
        <pc:chgData name="Kashaf Sb" userId="387b347b81619e04" providerId="LiveId" clId="{D9CA0D37-D25D-4C4E-B901-F137B781A5B2}" dt="2026-05-01T11:10:21.028" v="55" actId="255"/>
        <pc:sldMkLst>
          <pc:docMk/>
          <pc:sldMk cId="0" sldId="263"/>
        </pc:sldMkLst>
        <pc:spChg chg="mod">
          <ac:chgData name="Kashaf Sb" userId="387b347b81619e04" providerId="LiveId" clId="{D9CA0D37-D25D-4C4E-B901-F137B781A5B2}" dt="2026-05-01T11:10:21.028" v="55" actId="255"/>
          <ac:spMkLst>
            <pc:docMk/>
            <pc:sldMk cId="0" sldId="263"/>
            <ac:spMk id="1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56129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2743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CODEALPHA CYBERSECURITY INTERNSHIP (2026)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1005840"/>
            <a:ext cx="8595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 Take the Bait.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274320" y="2834640"/>
            <a:ext cx="347472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30175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attacks are the #1 cause of data breaches.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to recognize, avoid, and report them.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4114800"/>
            <a:ext cx="2743200" cy="822960"/>
          </a:xfrm>
          <a:prstGeom prst="rect">
            <a:avLst/>
          </a:prstGeom>
          <a:solidFill>
            <a:srgbClr val="25252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11480" y="4160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3.4B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" y="44988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emails sent daily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4114800"/>
            <a:ext cx="2743200" cy="822960"/>
          </a:xfrm>
          <a:prstGeom prst="rect">
            <a:avLst/>
          </a:prstGeom>
          <a:solidFill>
            <a:srgbClr val="25252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4160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383280" y="44988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breaches involve phishing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217920" y="4114800"/>
            <a:ext cx="2743200" cy="822960"/>
          </a:xfrm>
          <a:prstGeom prst="rect">
            <a:avLst/>
          </a:prstGeom>
          <a:solidFill>
            <a:srgbClr val="25252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55080" y="4160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$4.9M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55080" y="44988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breach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4320" y="484632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01: OVERVIEW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Phishing?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303520" cy="2286000"/>
          </a:xfrm>
          <a:prstGeom prst="rect">
            <a:avLst/>
          </a:prstGeom>
          <a:solidFill>
            <a:srgbClr val="F9F9F9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64008" cy="22860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5448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is a social engineering attack where criminals impersonate trusted organizations to trick victims into revealing passwords, credit card numbers, or personal data.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comes from "fishing" where attackers cast a wide net hoping victims will "bite."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384048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84848" y="151790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creates fake email or website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240280"/>
            <a:ext cx="384048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309360" y="225856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84848" y="229514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receives message mimicking a trusted brand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3017520"/>
            <a:ext cx="384048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9360" y="303580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307238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clicks link or provides credentials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309360" y="3794760"/>
            <a:ext cx="384048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09360" y="381304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84848" y="384962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harvests data or installs malware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09360" y="10972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→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02: TYPES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54864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Phishing Attacks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274320" y="1463040"/>
            <a:ext cx="2743200" cy="137160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463040"/>
            <a:ext cx="2743200" cy="54864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6276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1480" y="19659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Phishing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26771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emails impersonating banks or services. The most common type.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18688" y="1463040"/>
            <a:ext cx="2743200" cy="137160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18688" y="1463040"/>
            <a:ext cx="2743200" cy="54864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55848" y="16276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55848" y="19659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 Phishing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55848" y="226771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attack using personalized info to appear credible.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63056" y="1463040"/>
            <a:ext cx="2743200" cy="137160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63056" y="1463040"/>
            <a:ext cx="2743200" cy="54864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00216" y="16276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00216" y="19659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Smishing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0216" y="226771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SMS messages. Often fake delivery or bank alerts.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017520"/>
            <a:ext cx="2743200" cy="137160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74320" y="3017520"/>
            <a:ext cx="2743200" cy="54864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" y="318211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📞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1480" y="35204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382219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phishing by phone. Attackers pose as bank or tech support.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18688" y="3017520"/>
            <a:ext cx="2743200" cy="137160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18688" y="3017520"/>
            <a:ext cx="2743200" cy="54864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55848" y="318211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🐋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355848" y="35204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Whaling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355848" y="382219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CEOs and executives. Highly sophisticated and costly.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63056" y="3017520"/>
            <a:ext cx="2743200" cy="137160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163056" y="3017520"/>
            <a:ext cx="2743200" cy="54864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300216" y="318211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300216" y="35204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Phishing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00216" y="382219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email is cloned and resent with malicious links.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03: RECOGNITION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Red Flags to Spot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11480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4864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5544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24128" y="15361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 sender domain (e.g. paypa1.com)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112264"/>
            <a:ext cx="411480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112264"/>
            <a:ext cx="54864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224942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24128" y="2231136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or threatening language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807208"/>
            <a:ext cx="411480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2807208"/>
            <a:ext cx="54864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294436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24128" y="29260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greetings: "Dear Customer"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502152"/>
            <a:ext cx="411480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3502152"/>
            <a:ext cx="54864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36393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24128" y="3621024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or hidden links (hover to check)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4197096"/>
            <a:ext cx="411480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57200" y="4197096"/>
            <a:ext cx="54864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433425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24128" y="431596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 attachments (.exe, .zip, .docm)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46320" y="1417320"/>
            <a:ext cx="411480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46320" y="1417320"/>
            <a:ext cx="54864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83480" y="15544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13248" y="15361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grammar and spelling errors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46320" y="2112264"/>
            <a:ext cx="411480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2112264"/>
            <a:ext cx="54864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83480" y="224942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13248" y="2231136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for passwords or sensitive data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846320" y="2807208"/>
            <a:ext cx="411480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846320" y="2807208"/>
            <a:ext cx="54864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83480" y="294436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13248" y="29260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Too-good-to-be-true offers or prizes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846320" y="3502152"/>
            <a:ext cx="411480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846320" y="3502152"/>
            <a:ext cx="54864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983480" y="36393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13248" y="3621024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branding , logos look slightly off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846320" y="4197096"/>
            <a:ext cx="411480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846320" y="4197096"/>
            <a:ext cx="54864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983480" y="433425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413248" y="431596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HTTPS on login pages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04: CASE STUDIES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548640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Examples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743200" cy="347472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27432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55448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200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11480" y="179222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Fake PayPal Email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11480" y="2304288"/>
            <a:ext cx="246888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237744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received emails claiming their account was "limited." A fake login page harvested credentials. Red flags: sender domain was paypal-secure-alerts.com, not paypal.com.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4224528"/>
            <a:ext cx="2468880" cy="50292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" y="4279392"/>
            <a:ext cx="23408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Always check sender domain. Hover links before clicking.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27832" y="1417320"/>
            <a:ext cx="2743200" cy="347472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27832" y="1417320"/>
            <a:ext cx="27432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64992" y="155448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200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02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364992" y="179222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&amp; Facebook: $100M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3364992" y="2304288"/>
            <a:ext cx="246888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64992" y="237744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Evaldas Rimasauskas sent fake invoices impersonating a Taiwanese vendor. Employees wired over $100M before fraud was detected. A Business Email Compromise (BEC) attack.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64992" y="4224528"/>
            <a:ext cx="2468880" cy="50292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429000" y="4279392"/>
            <a:ext cx="23408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Always verify wire transfers by phone using the official number.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81344" y="1417320"/>
            <a:ext cx="2743200" cy="347472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81344" y="1417320"/>
            <a:ext cx="27432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18504" y="155448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200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03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318504" y="179222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Pakistan Bank SMS Scam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318504" y="2304288"/>
            <a:ext cx="246888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318504" y="237744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got SMS messages claiming accounts were blocked. Attackers posing as bank agents collected OTPs and drained accounts ,a smishing + vishing combo attack.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18504" y="4224528"/>
            <a:ext cx="2468880" cy="50292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382512" y="4279392"/>
            <a:ext cx="23408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Banks never ask for OTPs via SMS or phone. Hang up and call officially.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05: DEFENSE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Stay Safe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114800" cy="1005840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21792" y="152704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1508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Two-Factor Auth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18288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attackers steal your password, 2FA stops them cold without the second factor.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46320" y="1417320"/>
            <a:ext cx="4114800" cy="1005840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10912" y="152704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0" y="1508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Before You Click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0" y="18288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over every link. If the URL doesn't match the expected domain . Don't click.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87752"/>
            <a:ext cx="4114800" cy="1005840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" y="26974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97280" y="267919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Back to Verify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299923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someone calls claiming to be your bank, hang up and call back using the official number.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46320" y="2587752"/>
            <a:ext cx="4114800" cy="1005840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10912" y="26974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267919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Password Manager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0" y="299923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managers auto-fill only on the correct domain. They won't fill on fake sites.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758184"/>
            <a:ext cx="4114800" cy="1005840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21792" y="386791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7280" y="3849624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Phishing Attempts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97280" y="416966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phishing emails to your IT team or use your email client's report phishing button.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3758184"/>
            <a:ext cx="4114800" cy="1005840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10912" y="386791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0" y="3849624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Software Updated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0" y="416966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Outdated apps are easier to exploit. Enable automatic updates on all your devices.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— TEST YOURSELF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64008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Interactive Quiz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questions to test your phishing awareness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920240"/>
            <a:ext cx="85953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920240"/>
            <a:ext cx="54864" cy="4572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20116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suspicious email and explain why it's phishing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487168"/>
            <a:ext cx="85953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4320" y="2487168"/>
            <a:ext cx="54864" cy="4572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578608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60120" y="257860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strongest indicator of a phishing attempt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054096"/>
            <a:ext cx="85953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3054096"/>
            <a:ext cx="54864" cy="4572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14553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120" y="314553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attack type targeting company executives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621024"/>
            <a:ext cx="85953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74320" y="3621024"/>
            <a:ext cx="54864" cy="4572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712464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60120" y="3712464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right action when you receive a suspicious SMS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187952"/>
            <a:ext cx="85953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54864" cy="4572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42793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60120" y="427939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best protection if your password is stolen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" y="480060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index.html in a browser to take the full interactive quiz →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039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Remember.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FAD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before you click.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3246120"/>
            <a:ext cx="201168" cy="201168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04672" y="3246120"/>
            <a:ext cx="7955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AD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every sender domain before trusting an email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3630168"/>
            <a:ext cx="201168" cy="201168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3630168"/>
            <a:ext cx="7955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AD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share passwords, OTPs, or card numbers via email or phone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4014216"/>
            <a:ext cx="201168" cy="201168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4014216"/>
            <a:ext cx="7955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AD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2FA on every account that supports it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4398264"/>
            <a:ext cx="201168" cy="201168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4672" y="4398264"/>
            <a:ext cx="7955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AD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every suspicious message to your IT or security team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2">
                    <a:lumMod val="1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Kashaf Noor  ·  CodeAlpha Cybersecurity Internship  ·  GCUF  ·  2026</a:t>
            </a:r>
            <a:endParaRPr lang="en-US" sz="1100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740</Words>
  <Application>Microsoft Office PowerPoint</Application>
  <PresentationFormat>On-screen Show (16:9)</PresentationFormat>
  <Paragraphs>130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Phishing Awareness Training</dc:title>
  <dc:subject>PptxGenJS Presentation</dc:subject>
  <dc:creator>Kashaf Noor</dc:creator>
  <cp:lastModifiedBy>Kashaf Sb</cp:lastModifiedBy>
  <cp:revision>1</cp:revision>
  <dcterms:created xsi:type="dcterms:W3CDTF">2026-05-01T10:01:21Z</dcterms:created>
  <dcterms:modified xsi:type="dcterms:W3CDTF">2026-05-01T11:11:16Z</dcterms:modified>
</cp:coreProperties>
</file>